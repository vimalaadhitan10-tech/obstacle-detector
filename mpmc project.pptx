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105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9326-FFFC-71BB-20B1-3BFA9C784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DCABF-5719-527D-5AEB-4805361BF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DF7F4-8E75-368A-554F-D2D02F4F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3E61A-29F7-B3E2-5F9A-60C24321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1D625-DC3C-A2C6-FD5B-1603EA0C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70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FFAE-9083-60C6-056E-4F775ED1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4A1A-8479-BF32-173D-DA9AC4B14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BC8A4-C79E-4A69-9E2B-0B1A99AF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815DC-32CA-1684-1EB4-0BE3C1BC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9A584-49BA-D7BC-3B56-81B25FC9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68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A9CA-EFEE-8878-A60C-FCB4B2FD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D5A3B-381B-A6D9-D8B5-BC98B80F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C7D0-8220-8F0F-CD11-B6278408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3B8A-4869-1D9B-AED0-428727E3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CE6C9-94AD-A251-66CA-5174252D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75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5B3A-E827-C610-48E8-ACC1C680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3551-B575-F178-143A-5DED2BA7C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69486-3F88-A421-0794-3D5ADF564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31857-1FDE-77F4-0B6A-DB3AEE3F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19EC9-090A-2C28-1135-046DA420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5D6D3-2F3B-E9C5-AD42-EF7BD076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37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9640-A592-C5AD-20EC-EA7AA26F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6ABB-84AB-30E0-568E-822D3B4D9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36944-4938-5485-B682-F8E9D3D0A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D68AE-0822-E521-1950-C4B1DC709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E2DDE-FDD5-9DD1-9B46-65E403089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124F8D-42EB-8F48-7253-38E1DCC6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289E84-A7A2-C319-E955-29B449DB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2EC0B-5CA5-8082-9513-81667ED2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01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5CE5-1E0E-6419-C767-BBC04EBB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18133-F0DE-30A5-CC8D-20BB64E3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CF5B0-1A97-6F65-1469-70CA8BFA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71126-AAF4-B100-4E7B-7D3A6547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8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C9772-BCF0-E823-D599-AC9AB69C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486D2-719C-1FDC-0FC3-A352104A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B09A2-7B16-2694-4521-DC5345E3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245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B326-FC1D-8921-E4D3-AFB3106F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E8401-1112-62BE-8D30-3A2C7D5D0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283D4-E637-D9D1-2EF0-8B95C5B25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7FE31-AA18-D3DE-486A-FD9F81BB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6D569-79BF-1200-7EF8-F09469A2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6AAF4-C961-BF01-006E-AA48E415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009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3BCF-6049-F842-631A-BA7586BD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EB9E4-EB4E-A1E1-24EC-92A58BBB1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7BBD6-80BD-1CEC-824B-5B90F9A75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74151-305B-32EC-892B-BD27ADACF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906B0-2140-59FD-09F2-8D48CF0A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E11FC-59D5-F3E5-5D2C-25953A3E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00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A3D2-950C-EDD6-8871-06ECC0E93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40BD9-3079-0EF4-EB84-19E867F7A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83E5B-00F1-343A-4989-DDD61D0C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0F84D-30A7-DE9A-D501-BC622091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0988-CAFB-4B7C-7ED2-23DBAB98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C45EF-A71F-D262-424E-C3FE8AE4B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5C420-8BD3-8A2B-A524-BC1D992EB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94BE-47B7-538B-AC84-D3C13AF9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FDE6-F5F5-2ED8-87CF-97E44CDB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BF1E2-0B0A-651A-950A-CD525D21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7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F7EAAC-5A08-32B7-2AF8-6272561D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6CC31-9E70-74F9-AB54-97905036D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B337C-460C-4BAA-89A0-20D1163B0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498D2-34F4-43F7-9969-72679BD26D17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3943B-B01A-09BD-3AAF-FB71BCE0E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0700-E638-7AF0-0F93-EB55925ED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15546-DC97-47A5-BF65-FCDB152D2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32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2B2900-E0AA-E9C2-D7E5-FBD377D4F149}"/>
              </a:ext>
            </a:extLst>
          </p:cNvPr>
          <p:cNvSpPr txBox="1"/>
          <p:nvPr/>
        </p:nvSpPr>
        <p:spPr>
          <a:xfrm>
            <a:off x="841485" y="195943"/>
            <a:ext cx="7547772" cy="6049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28600" algn="just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2400" b="1" u="sng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Future Works:</a:t>
            </a:r>
            <a:endParaRPr lang="en-US" b="1" u="sng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285750" lvl="0" indent="-285750" algn="just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	</a:t>
            </a: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IoT Integration:</a:t>
            </a:r>
            <a:endParaRPr lang="en-US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Add Wi-Fi (like ESP8266) or Bluetooth modules to send distance data to a mobile app or cloud platform.</a:t>
            </a:r>
            <a:endParaRPr lang="en-US" sz="11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View real-time or logged data remotely for better diagnostics and usage tracking.</a:t>
            </a:r>
            <a:endParaRPr lang="en-US" sz="11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342900" lvl="0" indent="-342900" algn="just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Visual Alerts:</a:t>
            </a:r>
            <a:endParaRPr lang="en-US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Replace the LCD with an </a:t>
            </a: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OLED display</a:t>
            </a: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or a </a:t>
            </a: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graphical interface</a:t>
            </a: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to show parking proximity visually.</a:t>
            </a:r>
            <a:endParaRPr lang="en-US" sz="11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Add a </a:t>
            </a: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bar graph-style display</a:t>
            </a: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or animated indicators for better user experience.</a:t>
            </a:r>
            <a:endParaRPr lang="en-US" sz="11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342900" lvl="0" indent="-342900" algn="just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Voice Alerts:</a:t>
            </a:r>
            <a:endParaRPr lang="en-US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Include a </a:t>
            </a: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voice module</a:t>
            </a:r>
            <a:r>
              <a:rPr lang="en-US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to give spoken instructions like “Obstacle Left - 20 cm” for blind spot assistance.</a:t>
            </a:r>
            <a:endParaRPr lang="en-US" sz="11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1026" name="Picture 2" descr="Car Parking Intelligent Digital Security">
            <a:extLst>
              <a:ext uri="{FF2B5EF4-FFF2-40B4-BE49-F238E27FC236}">
                <a16:creationId xmlns:a16="http://schemas.microsoft.com/office/drawing/2014/main" id="{E58DF1B1-EABF-D2D6-E738-FE3E0757A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257" y="195943"/>
            <a:ext cx="3646715" cy="300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mart Parking System in India | NEC India">
            <a:extLst>
              <a:ext uri="{FF2B5EF4-FFF2-40B4-BE49-F238E27FC236}">
                <a16:creationId xmlns:a16="http://schemas.microsoft.com/office/drawing/2014/main" id="{75288F81-EE6A-E77A-EED8-5AA342CA1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907" y="3541486"/>
            <a:ext cx="3626065" cy="312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94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3A0FB1-E5E4-9C86-64E4-433B6FDB3650}"/>
              </a:ext>
            </a:extLst>
          </p:cNvPr>
          <p:cNvSpPr txBox="1"/>
          <p:nvPr/>
        </p:nvSpPr>
        <p:spPr>
          <a:xfrm>
            <a:off x="522514" y="457200"/>
            <a:ext cx="6487886" cy="6653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Motor or Servo Integration:</a:t>
            </a:r>
            <a:endParaRPr lang="en-US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Attach a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servo motor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for an automatic parking simulation, where the system guides or stops the vehicle based on distance.</a:t>
            </a:r>
            <a:endParaRPr lang="en-US" sz="12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342900" lvl="0" indent="-342900" algn="just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Power Management:</a:t>
            </a:r>
            <a:endParaRPr lang="en-US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Upgrade to a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battery-operated or solar-powered system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to make it suitable for outdoor and mobile applications.</a:t>
            </a:r>
            <a:endParaRPr lang="en-US" sz="12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342900" lvl="0" indent="-342900" algn="just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Modular PCB Design:</a:t>
            </a:r>
            <a:endParaRPr lang="en-US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Design a custom PCB for compactness and better component layout for real-world installation.</a:t>
            </a:r>
            <a:endParaRPr lang="en-US" sz="12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342900" lvl="0" indent="-342900" algn="just">
              <a:lnSpc>
                <a:spcPct val="114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Advanced Detection:</a:t>
            </a:r>
            <a:endParaRPr lang="en-US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pPr marL="742950" lvl="1" indent="-285750" algn="just">
              <a:lnSpc>
                <a:spcPct val="114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Use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IR sensors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or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camera-based object recognition</a:t>
            </a:r>
            <a:r>
              <a:rPr lang="en-US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Latha" panose="020B0502040204020203" pitchFamily="34" charset="0"/>
              </a:rPr>
              <a:t> to detect smaller or low-profile objects that ultrasonics might miss.</a:t>
            </a:r>
            <a:endParaRPr lang="en-US" sz="1200" dirty="0">
              <a:effectLst/>
              <a:latin typeface="Calibri" panose="020F0502020204030204" pitchFamily="34" charset="0"/>
              <a:ea typeface="SimSun" panose="02010600030101010101" pitchFamily="2" charset="-122"/>
              <a:cs typeface="Latha" panose="020B0502040204020203" pitchFamily="34" charset="0"/>
            </a:endParaRPr>
          </a:p>
          <a:p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02830A-713E-A878-444D-8F089E2F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1" y="261258"/>
            <a:ext cx="3087913" cy="308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EAE88F-A2C9-F146-4AD1-62EBCBED3926}"/>
              </a:ext>
            </a:extLst>
          </p:cNvPr>
          <p:cNvSpPr txBox="1"/>
          <p:nvPr/>
        </p:nvSpPr>
        <p:spPr>
          <a:xfrm>
            <a:off x="920151" y="529087"/>
            <a:ext cx="593059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FULL RECAP:-</a:t>
            </a: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you saw, this ultrasonic parking assistant is a </a:t>
            </a:r>
            <a:r>
              <a:rPr lang="en-US" sz="2000" b="1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yet powerful application</a:t>
            </a:r>
            <a:r>
              <a:rPr lang="en-US" sz="200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embedded systems. Using just a few components, we’ve built a system that mimics real car reverse sensors — measuring distance, giving visual feedback with LEDs.</a:t>
            </a:r>
            <a:endParaRPr lang="en-US" sz="20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 a great project for beginners in </a:t>
            </a:r>
            <a:r>
              <a:rPr lang="en-US" sz="2000" b="1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microcontrollers, electronics, or embedded C programming</a:t>
            </a:r>
            <a:r>
              <a:rPr lang="en-US" sz="200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sz="2000" kern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also try replacing the LCD with a 7-segment display or OLED to make it more compact.</a:t>
            </a:r>
            <a:endParaRPr lang="en-US" sz="2000" kern="100" dirty="0">
              <a:effectLst/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sz="2400" b="1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804DE-238B-967D-7D52-41B351FA0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143" y="428171"/>
            <a:ext cx="4968216" cy="461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3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266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vimalaadhitan@outlook.com</dc:creator>
  <cp:lastModifiedBy>vimalaadhitan@outlook.com</cp:lastModifiedBy>
  <cp:revision>2</cp:revision>
  <dcterms:created xsi:type="dcterms:W3CDTF">2025-04-21T13:55:34Z</dcterms:created>
  <dcterms:modified xsi:type="dcterms:W3CDTF">2025-04-21T15:11:35Z</dcterms:modified>
</cp:coreProperties>
</file>